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1f9dc555b4aa1" /><Relationship Type="http://schemas.openxmlformats.org/officeDocument/2006/relationships/extended-properties" Target="/docProps/app.xml" Id="Rbff4d0472b7a44cb" /><Relationship Type="http://schemas.openxmlformats.org/officeDocument/2006/relationships/officeDocument" Target="/ppt/presentation.xml" Id="R247d81deffdd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8da0ada6e4568"/>
  </p:sldMasterIdLst>
  <p:notesMasterIdLst>
    <p:notesMasterId xmlns:r="http://schemas.openxmlformats.org/officeDocument/2006/relationships" r:id="Re762880c66c2410a"/>
  </p:notesMasterIdLst>
  <p:sldIdLst>
    <p:sldId xmlns:r="http://schemas.openxmlformats.org/officeDocument/2006/relationships" id="256" r:id="R504fab0700c44f75"/>
    <p:sldId xmlns:r="http://schemas.openxmlformats.org/officeDocument/2006/relationships" id="257" r:id="R153862767b5f4394"/>
    <p:sldId xmlns:r="http://schemas.openxmlformats.org/officeDocument/2006/relationships" id="258" r:id="R17e77ad6d01b41e9"/>
    <p:sldId xmlns:r="http://schemas.openxmlformats.org/officeDocument/2006/relationships" id="259" r:id="Rd3d8f13b5a0642ec"/>
    <p:sldId xmlns:r="http://schemas.openxmlformats.org/officeDocument/2006/relationships" id="260" r:id="Rfc18ad1c93954795"/>
    <p:sldId xmlns:r="http://schemas.openxmlformats.org/officeDocument/2006/relationships" id="261" r:id="R6672dd6195e54429"/>
    <p:sldId xmlns:r="http://schemas.openxmlformats.org/officeDocument/2006/relationships" id="262" r:id="R787d4cd021b5411c"/>
    <p:sldId xmlns:r="http://schemas.openxmlformats.org/officeDocument/2006/relationships" id="263" r:id="R7972f5f4d3ac4b25"/>
    <p:sldId xmlns:r="http://schemas.openxmlformats.org/officeDocument/2006/relationships" id="264" r:id="Ra37317541b5a4b3c"/>
    <p:sldId xmlns:r="http://schemas.openxmlformats.org/officeDocument/2006/relationships" id="265" r:id="R3c37bf146cab40fc"/>
    <p:sldId xmlns:r="http://schemas.openxmlformats.org/officeDocument/2006/relationships" id="266" r:id="R392bdc501bdd4341"/>
    <p:sldId xmlns:r="http://schemas.openxmlformats.org/officeDocument/2006/relationships" id="267" r:id="R53d9b57039f443e2"/>
    <p:sldId xmlns:r="http://schemas.openxmlformats.org/officeDocument/2006/relationships" id="268" r:id="R4283290a30f44d59"/>
    <p:sldId xmlns:r="http://schemas.openxmlformats.org/officeDocument/2006/relationships" id="269" r:id="R3eb79e3932274930"/>
    <p:sldId xmlns:r="http://schemas.openxmlformats.org/officeDocument/2006/relationships" id="270" r:id="R72f8fc6a0180432d"/>
    <p:sldId xmlns:r="http://schemas.openxmlformats.org/officeDocument/2006/relationships" id="271" r:id="Rb5a0894e96e54f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1ec412d184b52" /><Relationship Type="http://schemas.openxmlformats.org/officeDocument/2006/relationships/slideMaster" Target="/ppt/slideMasters/slideMaster1.xml" Id="R46e8da0ada6e4568" /><Relationship Type="http://schemas.openxmlformats.org/officeDocument/2006/relationships/notesMaster" Target="/ppt/notesMasters/notesMaster1.xml" Id="Re762880c66c2410a" /><Relationship Type="http://schemas.openxmlformats.org/officeDocument/2006/relationships/presProps" Target="/ppt/presProps.xml" Id="R6244df4966484fab" /><Relationship Type="http://schemas.openxmlformats.org/officeDocument/2006/relationships/tableStyles" Target="/ppt/tableStyles.xml" Id="R160cb3186b4849f6" /><Relationship Type="http://schemas.openxmlformats.org/officeDocument/2006/relationships/slide" Target="/ppt/slides/slide1.xml" Id="R504fab0700c44f75" /><Relationship Type="http://schemas.openxmlformats.org/officeDocument/2006/relationships/slide" Target="/ppt/slides/slide2.xml" Id="R153862767b5f4394" /><Relationship Type="http://schemas.openxmlformats.org/officeDocument/2006/relationships/slide" Target="/ppt/slides/slide3.xml" Id="R17e77ad6d01b41e9" /><Relationship Type="http://schemas.openxmlformats.org/officeDocument/2006/relationships/slide" Target="/ppt/slides/slide4.xml" Id="Rd3d8f13b5a0642ec" /><Relationship Type="http://schemas.openxmlformats.org/officeDocument/2006/relationships/slide" Target="/ppt/slides/slide5.xml" Id="Rfc18ad1c93954795" /><Relationship Type="http://schemas.openxmlformats.org/officeDocument/2006/relationships/slide" Target="/ppt/slides/slide6.xml" Id="R6672dd6195e54429" /><Relationship Type="http://schemas.openxmlformats.org/officeDocument/2006/relationships/slide" Target="/ppt/slides/slide7.xml" Id="R787d4cd021b5411c" /><Relationship Type="http://schemas.openxmlformats.org/officeDocument/2006/relationships/slide" Target="/ppt/slides/slide8.xml" Id="R7972f5f4d3ac4b25" /><Relationship Type="http://schemas.openxmlformats.org/officeDocument/2006/relationships/slide" Target="/ppt/slides/slide9.xml" Id="Ra37317541b5a4b3c" /><Relationship Type="http://schemas.openxmlformats.org/officeDocument/2006/relationships/slide" Target="/ppt/slides/slide10.xml" Id="R3c37bf146cab40fc" /><Relationship Type="http://schemas.openxmlformats.org/officeDocument/2006/relationships/slide" Target="/ppt/slides/slide11.xml" Id="R392bdc501bdd4341" /><Relationship Type="http://schemas.openxmlformats.org/officeDocument/2006/relationships/slide" Target="/ppt/slides/slide12.xml" Id="R53d9b57039f443e2" /><Relationship Type="http://schemas.openxmlformats.org/officeDocument/2006/relationships/slide" Target="/ppt/slides/slide13.xml" Id="R4283290a30f44d59" /><Relationship Type="http://schemas.openxmlformats.org/officeDocument/2006/relationships/slide" Target="/ppt/slides/slide14.xml" Id="R3eb79e3932274930" /><Relationship Type="http://schemas.openxmlformats.org/officeDocument/2006/relationships/slide" Target="/ppt/slides/slide15.xml" Id="R72f8fc6a0180432d" /><Relationship Type="http://schemas.openxmlformats.org/officeDocument/2006/relationships/slide" Target="/ppt/slides/slide16.xml" Id="Rb5a0894e96e5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4845fdb7d4d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870009a774746" /><Relationship Type="http://schemas.openxmlformats.org/officeDocument/2006/relationships/notesMaster" Target="/ppt/notesMasters/notesMaster1.xml" Id="Re9e44d6dea68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7331ee9464a12" /><Relationship Type="http://schemas.openxmlformats.org/officeDocument/2006/relationships/notesMaster" Target="/ppt/notesMasters/notesMaster1.xml" Id="R2d19a3e5a56540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ecf7b97df44d8a" /><Relationship Type="http://schemas.openxmlformats.org/officeDocument/2006/relationships/notesMaster" Target="/ppt/notesMasters/notesMaster1.xml" Id="Ra945f6f836fb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365c1979f4ba7" /><Relationship Type="http://schemas.openxmlformats.org/officeDocument/2006/relationships/notesMaster" Target="/ppt/notesMasters/notesMaster1.xml" Id="Ra13756dfd1a2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2fbce1340740c1" /><Relationship Type="http://schemas.openxmlformats.org/officeDocument/2006/relationships/notesMaster" Target="/ppt/notesMasters/notesMaster1.xml" Id="Rff50b6cebbb64b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a29ca75474898" /><Relationship Type="http://schemas.openxmlformats.org/officeDocument/2006/relationships/notesMaster" Target="/ppt/notesMasters/notesMaster1.xml" Id="Rd2a5e2acaa5341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e30991b864d1b" /><Relationship Type="http://schemas.openxmlformats.org/officeDocument/2006/relationships/notesMaster" Target="/ppt/notesMasters/notesMaster1.xml" Id="R9235048f8fcc43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30807c52f54235" /><Relationship Type="http://schemas.openxmlformats.org/officeDocument/2006/relationships/notesMaster" Target="/ppt/notesMasters/notesMaster1.xml" Id="Rea51dcb5f33842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e217e13b2e483d" /><Relationship Type="http://schemas.openxmlformats.org/officeDocument/2006/relationships/notesMaster" Target="/ppt/notesMasters/notesMaster1.xml" Id="Rc08317fcee9a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7e82c6397c4b64" /><Relationship Type="http://schemas.openxmlformats.org/officeDocument/2006/relationships/notesMaster" Target="/ppt/notesMasters/notesMaster1.xml" Id="R9dd8ee35a11a48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0ff78a88714895" /><Relationship Type="http://schemas.openxmlformats.org/officeDocument/2006/relationships/notesMaster" Target="/ppt/notesMasters/notesMaster1.xml" Id="Rd56c73f18e8f41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90accb3f564723" /><Relationship Type="http://schemas.openxmlformats.org/officeDocument/2006/relationships/notesMaster" Target="/ppt/notesMasters/notesMaster1.xml" Id="R64840872a9d640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c2d3cfb2ae4c8d" /><Relationship Type="http://schemas.openxmlformats.org/officeDocument/2006/relationships/notesMaster" Target="/ppt/notesMasters/notesMaster1.xml" Id="R25487728b1564a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f66c8d63504fc2" /><Relationship Type="http://schemas.openxmlformats.org/officeDocument/2006/relationships/notesMaster" Target="/ppt/notesMasters/notesMaster1.xml" Id="Rf9d92fdb47324d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0ba829aaae46d2" /><Relationship Type="http://schemas.openxmlformats.org/officeDocument/2006/relationships/notesMaster" Target="/ppt/notesMasters/notesMaster1.xml" Id="Ra53358efc81e48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f7403505384366" /><Relationship Type="http://schemas.openxmlformats.org/officeDocument/2006/relationships/notesMaster" Target="/ppt/notesMasters/notesMaster1.xml" Id="R0104fb889a17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a40187742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ba07b31e04498" /><Relationship Type="http://schemas.openxmlformats.org/officeDocument/2006/relationships/slideLayout" Target="/ppt/slideLayouts/slideLayout1.xml" Id="Reb073a494076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073a494076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b6fdcc2ea4b1d" /><Relationship Type="http://schemas.openxmlformats.org/officeDocument/2006/relationships/notesSlide" Target="/ppt/notesSlides/notesSlide1.xml" Id="Rd71c5616a654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f69867021449d" /><Relationship Type="http://schemas.openxmlformats.org/officeDocument/2006/relationships/notesSlide" Target="/ppt/notesSlides/notesSlide2.xml" Id="R15e5070f6d52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1ca6b118e4545" /><Relationship Type="http://schemas.openxmlformats.org/officeDocument/2006/relationships/notesSlide" Target="/ppt/notesSlides/notesSlide3.xml" Id="R921451ce5891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4c2c90cf4eb5" /><Relationship Type="http://schemas.openxmlformats.org/officeDocument/2006/relationships/notesSlide" Target="/ppt/notesSlides/notesSlide4.xml" Id="R9710c368b3354d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5ae91d5e4f14" /><Relationship Type="http://schemas.openxmlformats.org/officeDocument/2006/relationships/image" Target="/ppt/media/image.png" Id="R520ea6faa8bb440a" /><Relationship Type="http://schemas.openxmlformats.org/officeDocument/2006/relationships/notesSlide" Target="/ppt/notesSlides/notesSlide5.xml" Id="R0d23c2bbf9bd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9b6026af94463" /><Relationship Type="http://schemas.openxmlformats.org/officeDocument/2006/relationships/image" Target="/ppt/media/image2.png" Id="R542c7e0d03444ffc" /><Relationship Type="http://schemas.openxmlformats.org/officeDocument/2006/relationships/notesSlide" Target="/ppt/notesSlides/notesSlide6.xml" Id="R65ad3837e5b4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b8f2f9ee4fae" /><Relationship Type="http://schemas.openxmlformats.org/officeDocument/2006/relationships/image" Target="/ppt/media/image3.png" Id="R3d92ef140495458d" /><Relationship Type="http://schemas.openxmlformats.org/officeDocument/2006/relationships/notesSlide" Target="/ppt/notesSlides/notesSlide7.xml" Id="R3323e6b84ca84a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0deb8fafb47fb" /><Relationship Type="http://schemas.openxmlformats.org/officeDocument/2006/relationships/image" Target="/ppt/media/image4.png" Id="R51320a0d8a7d4015" /><Relationship Type="http://schemas.openxmlformats.org/officeDocument/2006/relationships/notesSlide" Target="/ppt/notesSlides/notesSlide8.xml" Id="R6317735e0366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ea79eed94bee" /><Relationship Type="http://schemas.openxmlformats.org/officeDocument/2006/relationships/image" Target="/ppt/media/image5.png" Id="Rb5f145401c1544ab" /><Relationship Type="http://schemas.openxmlformats.org/officeDocument/2006/relationships/notesSlide" Target="/ppt/notesSlides/notesSlide9.xml" Id="R287340a2ac1d4b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e5d7094c54395" /><Relationship Type="http://schemas.openxmlformats.org/officeDocument/2006/relationships/image" Target="/ppt/media/image6.png" Id="R2fefeb0490144dbf" /><Relationship Type="http://schemas.openxmlformats.org/officeDocument/2006/relationships/notesSlide" Target="/ppt/notesSlides/notesSlide10.xml" Id="R4ca2725ab0e84c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d9597960542fe" /><Relationship Type="http://schemas.openxmlformats.org/officeDocument/2006/relationships/image" Target="/ppt/media/image7.png" Id="R4d1cfd3ed86c4bbf" /><Relationship Type="http://schemas.openxmlformats.org/officeDocument/2006/relationships/notesSlide" Target="/ppt/notesSlides/notesSlide11.xml" Id="Ra07bd1e95e2d4a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da7f6b0074e9c" /><Relationship Type="http://schemas.openxmlformats.org/officeDocument/2006/relationships/image" Target="/ppt/media/image8.png" Id="Rc48e848945ab45c7" /><Relationship Type="http://schemas.openxmlformats.org/officeDocument/2006/relationships/notesSlide" Target="/ppt/notesSlides/notesSlide12.xml" Id="R6c8a5de93bf343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b394030b845a1" /><Relationship Type="http://schemas.openxmlformats.org/officeDocument/2006/relationships/image" Target="/ppt/media/image9.png" Id="Rc4a48ef2f073414c" /><Relationship Type="http://schemas.openxmlformats.org/officeDocument/2006/relationships/notesSlide" Target="/ppt/notesSlides/notesSlide13.xml" Id="Reb120851741d40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8ee5ba703400b" /><Relationship Type="http://schemas.openxmlformats.org/officeDocument/2006/relationships/image" Target="/ppt/media/image10.png" Id="R7d74da4ecb0e4707" /><Relationship Type="http://schemas.openxmlformats.org/officeDocument/2006/relationships/notesSlide" Target="/ppt/notesSlides/notesSlide14.xml" Id="R3a15206e48864b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523441714edb" /><Relationship Type="http://schemas.openxmlformats.org/officeDocument/2006/relationships/image" Target="/ppt/media/image11.png" Id="Reae09f5dd2a34a22" /><Relationship Type="http://schemas.openxmlformats.org/officeDocument/2006/relationships/notesSlide" Target="/ppt/notesSlides/notesSlide15.xml" Id="Rb1bb1b34b7244e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5ed3354e64ccd" /><Relationship Type="http://schemas.openxmlformats.org/officeDocument/2006/relationships/notesSlide" Target="/ppt/notesSlides/notesSlide16.xml" Id="Racbf707ebac94c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3277-1314-4BA9-B0A2-8531F6F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4C"/>
          </a:solidFill>
          <a:ln xmlns:a="http://schemas.openxmlformats.org/drawingml/2006/main" w="0">
            <a:solidFill>
              <a:srgbClr val="E43D4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31C13-7E96-43DD-9809-FB98038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AP1 • ENGENHARIA DE SOFTWARE • 2026.2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93E93-A698-4C69-951D-9399F0FA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08D32-B3E8-46F6-A983-84352C8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Integração e Sincronização</a:t>
            </a:r>
          </a:p>
          <a:p xmlns:a="http://schemas.openxmlformats.org/drawingml/2006/main">
            <a:pPr algn="l">
              <a:defRPr sz="35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B939-561D-4C72-9FBF-DD30F73F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A ponte entre a atividade real dos desenvolvedores e a inteligência da plataforma.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53E0B-42B7-48D5-A661-C270922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4775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2AAF-4F80-4680-A2B7-AC46AEEF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NEXUS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A5713-6DC4-448D-8DAF-5667CBD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ACADEMIC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60B20-7719-46A3-83E2-56ECB6B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19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Plataforma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55E7-CABE-4DCF-84FB-CAD279C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Pedro Cavalcante • Henrique Ribeiro • Eduardo Ferreira de Mattos</a:t>
            </a:r>
          </a:p>
        </p:txBody>
      </p:sp>
    </p:spTree>
    <p:extLst>
      <p:ext uri="{BB962C8B-B14F-4D97-AF65-F5344CB8AC3E}">
        <p14:creationId xmlns:p14="http://schemas.microsoft.com/office/powerpoint/2010/main" val="910422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9F94C-558D-469D-A60D-669F175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BEF0E-671E-4791-B4A2-D1B57C14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PAPEL DO MÓDULO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1C8DA-D538-497B-93C4-58227E4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 ponte entre GitHub e a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81D94-6E62-44DF-BE18-BE6D1805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A18A1-472B-4592-8AA9-CD837E7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C82B-50D2-4657-8C3D-C988BC5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C0BAB-1AA0-4747-95D2-09BB466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F5F7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76A19-A87E-48C5-9BC6-81756FE0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A62E6-47F8-4B15-9B66-64F1EE7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B23D6-7C42-4CAA-AB3B-2F61143C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E602-6128-465A-B288-FAFD59D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38E7E-C17B-4FFE-998A-F1D81B23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3779D-EDF9-4193-BB74-50CB07D0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FE14F-9901-4952-8064-D8F168E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Demais serviços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53468-FBEE-4403-AFA5-89E17DD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eventos 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FB384-CE9D-4E6D-A41E-5D5CACA4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validar • estruturar • sincronizar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4C332-8342-4AD9-A3C7-95F5194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dashboards • analytics • 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E3102-7CEA-4B75-AD93-9E0BDE8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Uma integração confiável transforma atividade bruta em contexto utilizável.</a:t>
            </a:r>
          </a:p>
        </p:txBody>
      </p:sp>
    </p:spTree>
    <p:extLst>
      <p:ext uri="{BB962C8B-B14F-4D97-AF65-F5344CB8AC3E}">
        <p14:creationId xmlns:p14="http://schemas.microsoft.com/office/powerpoint/2010/main" val="1237121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38348-7065-431C-8DC6-85C25D19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A497A-7969-49DD-A9F2-621FA080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C44F-E4D3-491B-8D5E-98DB527E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técnico da integração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ACDB0-E45A-44BC-931F-EF80F4C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2BB37-6A0B-4924-BB0E-F6A9E826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6FD27-910B-4B94-9872-6473881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211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911C0-5730-4E7C-B917-13A2F35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43055-625D-4258-9385-542BA5E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BBEB6-B42F-446B-8A85-9CF622C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 REST / GraphQL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EBD54-DC23-4EAC-AA07-DDB29CC4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3C323-3664-482F-93DC-6FDC2D0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24896-F169-4001-9446-DF3A716E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25E4B-B682-467F-AC6B-DFFA205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D302D-4200-47D8-A7E4-72EB634D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CE6CC-E0F0-4A45-A83D-CF2EBCA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4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Repos • commits • PRs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CAF26-2EDB-413B-8504-6847E34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2400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83B53-69B8-4023-BB3B-E50B0C02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47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91505-3638-4C35-B584-BFE9760E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73C09-9617-4967-8556-924CC1ED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DB579-614B-4E50-97AE-9BE856F7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6CFCB-CFF7-4F8B-8D03-668CAC9F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231FE-9C8C-4A9B-94D8-969BE9DB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32B3A-03FD-419D-940D-A8D3072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AE123-AEC9-4F15-B376-348C3BF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Sincronização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33F60-728B-437B-8822-DD41A1D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AC288-8C14-4AF1-8EFD-DA757C9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8FA22-25E9-4F98-9A8E-C7EB460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 internas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84361-53D1-4E3C-AADC-29C9FB6F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524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A8EE7-A63F-4827-B984-DCD1F4A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67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C1B47-9F8C-4EC3-9903-C9E07618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+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A1F4E-9F64-4B64-9D0F-44B59A4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Idempotência • retry • logs • documentação • testes</a:t>
            </a:r>
          </a:p>
        </p:txBody>
      </p:sp>
    </p:spTree>
    <p:extLst>
      <p:ext uri="{BB962C8B-B14F-4D97-AF65-F5344CB8AC3E}">
        <p14:creationId xmlns:p14="http://schemas.microsoft.com/office/powerpoint/2010/main" val="41675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4A29B-F8F4-4EF5-88CF-F6A9AD8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D6AEE-670C-4D1F-839F-BA632464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PERFIS DE USUÁRIO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A4E30-399A-4455-A643-346F1239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Quem usa e quem depende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52DCA-2431-4220-8B0F-698AA75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BCE9-03AB-43BB-9E29-D5A7CB0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6F81B-B809-416F-AABF-0DD5C76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D5F2B-6834-4A68-A3A8-40B64C1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E43D4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DBE2F-B7B9-44BD-949B-023FE94A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49AE9-B7A1-49E8-9651-C51DFDA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Product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0F7A6-C930-4FCC-AD5F-03143E79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Acompanha valor, escopo e evolução do backlog.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E4D0F-CA91-40E7-B1A3-EEF768A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F6EE3-9D59-4D62-B0DC-3D6CAFA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D154B-4318-4BA5-A60F-71A3C9F5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2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Gerente / Scrum Master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95F44-25CB-4F7F-9F21-B2F721C6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Observa andamento, dependências e gargalos.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FC506-E9B6-4F9F-B570-8922CCB0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333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0E56C-63CF-458C-9A8F-9AC25BE2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06CF7-270C-42BF-893B-50A3F5C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Desenvolvedor / Aluno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12C46-3104-4D9A-988E-B4D8988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838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Gera eventos e recebe retorno sobre o fluxo.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9BF8F-35F0-4C7E-92A3-0B844C67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mesmo dado, três perspectivas de decisão.</a:t>
            </a:r>
          </a:p>
        </p:txBody>
      </p:sp>
    </p:spTree>
    <p:extLst>
      <p:ext uri="{BB962C8B-B14F-4D97-AF65-F5344CB8AC3E}">
        <p14:creationId xmlns:p14="http://schemas.microsoft.com/office/powerpoint/2010/main" val="1914718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E6DC5-AF24-4C7B-8086-53BCEF9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F1FBA-C4D4-45E6-8AFA-25DD2B1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BE946-7127-4ED5-8588-4F62B65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 escopo ao backlog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B4699-E366-4F29-92B8-6706526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516D-C621-488F-9520-55D6C98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9AB9-C169-4329-9AAB-E64048B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ea6faa8bb440a"/>
          <a:stretch xmlns:a="http://schemas.openxmlformats.org/drawingml/2006/main"/>
        </p:blipFill>
        <p:spPr>
          <a:xfrm xmlns:a="http://schemas.openxmlformats.org/drawingml/2006/main">
            <a:off x="457200" y="1862813"/>
            <a:ext cx="6858000" cy="3608624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8D4B0-B93A-49FB-A734-0A1963A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3762375" cy="42862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BDE0E-3AB5-4BAC-B032-6F99897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55676-C000-4C70-BD78-F744868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5B013-500E-443E-BDD2-6103008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3C4BB-2D2F-4739-B6BD-8A97B077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B8D56-372B-4112-A919-94567F4F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User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FDCFA-D4AF-409C-9A0A-21FB262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7 Epics • ~100 histórias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C236-BB16-4558-9355-6D028A9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universo do produto ≠ execução simultânea</a:t>
            </a:r>
          </a:p>
        </p:txBody>
      </p:sp>
    </p:spTree>
    <p:extLst>
      <p:ext uri="{BB962C8B-B14F-4D97-AF65-F5344CB8AC3E}">
        <p14:creationId xmlns:p14="http://schemas.microsoft.com/office/powerpoint/2010/main" val="1973092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BD66C-89E9-4067-B95B-B583D17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36AF-25CD-40B6-B008-DE20F4FB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CRONOGRAMA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1A478-58E7-4F3E-9509-E794F79D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Roadmap e cronograma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84C43-ACC8-42DA-A34D-AF9A7AFD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23244-00E7-4EDD-814B-BEA8DD4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0B9E9-A00C-4432-A16D-5C2348B6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22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c7e0d03444ffc"/>
          <a:stretch xmlns:a="http://schemas.openxmlformats.org/drawingml/2006/main"/>
        </p:blipFill>
        <p:spPr>
          <a:xfrm xmlns:a="http://schemas.openxmlformats.org/drawingml/2006/main">
            <a:off x="457200" y="1700064"/>
            <a:ext cx="7953375" cy="3981747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AF52A-BE3E-4F19-AD0C-C3897CC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2714625" cy="4286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16442-4D68-417B-BBED-25A58C9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28 AGO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C9246-29F6-4EC2-8ED0-80FB4DC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8AEDE-46F8-4A46-BD21-53B85E9C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12 NOV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DF07A-D4E4-452F-8D22-0657E5F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~11 semanas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679D4-8537-4208-B90F-14CC1C7F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Fundação → Webhooks → Sync → IA → Release</a:t>
            </a:r>
          </a:p>
        </p:txBody>
      </p:sp>
    </p:spTree>
    <p:extLst>
      <p:ext uri="{BB962C8B-B14F-4D97-AF65-F5344CB8AC3E}">
        <p14:creationId xmlns:p14="http://schemas.microsoft.com/office/powerpoint/2010/main" val="1309105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A31A07-FE1F-4E1E-9203-0305E96E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8A302-9CFA-4977-8CFA-ADAEBBE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PRIORIZAÇÃO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0A1A4-BB68-4D16-9241-EC733C62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Priorização: uma trilha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2CEA8-9EB5-44A9-B561-19DD249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29CF7-C7F9-407D-9B2A-A1AF5C15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E108-C3D2-4B64-94E6-2838ADE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D4949-689C-4D3A-87DD-8AB6D30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B6385-7B2D-49E1-9D21-E762C797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218F0-693A-4C83-BD42-5531EE78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A2589-DC9D-4C76-84E5-50692EF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CA1C9-0FEB-4B8A-9459-8A6312D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A6580-F02E-4BDB-A54C-6FA8D1D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EFCC6-D25B-4C59-A085-65F9254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4960E-38A6-49DB-956F-A845149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HMAC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90C92-23CF-4644-A4DE-47E37253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26D95-FD45-47CC-9849-5CCA2E2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CEB55-AB1C-44CB-A79B-CC5E983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1921E-1544-4C18-97F5-A87F3B7E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E39C4-2607-4667-9DF4-16EC023E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6FF30-0C58-4B10-AC1A-4B8EF9C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169DE-F8BC-4882-A3D2-7D53BCD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F70A9-0AA4-4D61-B8A8-2406C1B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C5C61-7AAE-45C1-80CB-A36710AD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E1079-52FF-4E9B-9CF6-D15BF7BC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994C4-8975-4B02-8793-33A9709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17327-0739-4D7F-82B6-7BE07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Sync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0EA76-C995-40FB-94B2-839003A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09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1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9604A-E490-4EE6-81B2-B8B11A39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66875"/>
            <a:ext cx="1181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6AB0F-681D-4EDA-8DC0-01363E6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09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f140495458d"/>
          <a:stretch xmlns:a="http://schemas.openxmlformats.org/drawingml/2006/main"/>
        </p:blipFill>
        <p:spPr>
          <a:xfrm xmlns:a="http://schemas.openxmlformats.org/drawingml/2006/main">
            <a:off x="2137136" y="2857500"/>
            <a:ext cx="3212378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4E905-DF43-4014-AF48-9EE55321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A0EFA-9D6E-4E2A-A036-1EE63B4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Trilha de sustentação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41351-A7C9-4B3C-A1D1-C79E8DA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C8CF5-EEBF-4CBE-966A-FE97834D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338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Docker + CI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93983E-D0E7-477B-8F67-76A2CF9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377F0-3531-462D-82AA-0D87D60C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338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Logs + resiliência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1110DC-CCFA-40B1-A8C8-571DF59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CC741-9A46-4B67-BBBB-11BB35B0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005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Swagger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8CF65-23D4-4BA3-ABC7-95720896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1476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451FBF-8B35-4168-B46B-866DA095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005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Testes E2E</a:t>
            </a:r>
          </a:p>
        </p:txBody>
      </p:sp>
    </p:spTree>
    <p:extLst>
      <p:ext uri="{BB962C8B-B14F-4D97-AF65-F5344CB8AC3E}">
        <p14:creationId xmlns:p14="http://schemas.microsoft.com/office/powerpoint/2010/main" val="671205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1E307-34D2-4A29-ADFE-45B980D1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4A03-7448-41C3-BC21-682F06A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GESTÃO DO TRABALHO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E1244-8FFC-462D-AEE5-3A07149B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Scrum e Kanban: execução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4D8B4-5F31-4913-88AF-B1898C23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DF50B-01FD-46DF-91D2-0407495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B6737-F8F5-4A5D-87FB-BBA89EB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63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20a0d8a7d4015"/>
          <a:stretch xmlns:a="http://schemas.openxmlformats.org/drawingml/2006/main"/>
        </p:blipFill>
        <p:spPr>
          <a:xfrm xmlns:a="http://schemas.openxmlformats.org/drawingml/2006/main">
            <a:off x="457200" y="1815061"/>
            <a:ext cx="7524750" cy="3751753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98C58-E2D4-40AC-B044-4234C72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4DD66-DE2B-4DA9-BCB4-6E02C038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Scrum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C72AC-A04C-460C-9408-464EC95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objetivo • prioridade • acompanhamento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CA844-B56D-4C34-A606-399DD901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Kanban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44136-5BF6-4ADB-A28B-6F30A47F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71875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Backlog → To-Do → Doing → 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FB529-1846-4E56-8F07-F3A6EF9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571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220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FC5B4-FE5D-4D1B-B24A-60BD9F0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Doing: M2-81</a:t>
            </a:r>
          </a:p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health check GitHub</a:t>
            </a:r>
          </a:p>
        </p:txBody>
      </p:sp>
    </p:spTree>
    <p:extLst>
      <p:ext uri="{BB962C8B-B14F-4D97-AF65-F5344CB8AC3E}">
        <p14:creationId xmlns:p14="http://schemas.microsoft.com/office/powerpoint/2010/main" val="1009086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59D63-8547-4EF8-BB86-9B50D186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61063-A671-455B-857D-2368D7D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7810E-E740-4FC5-AEB5-6CF3D086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Visão geral da integração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933E8-5ED0-4EB5-A091-DD4048AE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9647E-9F8C-45F2-9C19-033BE55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71CDA-2D4E-467D-B969-901E2945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34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F6DF-6EDC-45DA-ACAC-3A4241DA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0650B-E618-480A-AF75-F256614B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145401c1544ab"/>
          <a:stretch xmlns:a="http://schemas.openxmlformats.org/drawingml/2006/main"/>
        </p:blipFill>
        <p:spPr>
          <a:xfrm xmlns:a="http://schemas.openxmlformats.org/drawingml/2006/main">
            <a:off x="1182031" y="1285875"/>
            <a:ext cx="7170463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22F0-6906-4585-B90B-240EE64E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DA650-2493-4010-A502-ABA915A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EE8C8-2E5B-4B94-AFFD-EFD96F35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Visão geral da integração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004BB-25C4-4C79-8F09-55716CB3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Sincronização, cobertura, atividade e diagnóstico em um único fluxo.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685CF-B5C7-4BF4-AAF8-D011ECD6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502133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FBBC3-F299-4A2E-96F5-9F97728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8DE8-5B70-4C90-9F5E-E089E52E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B3393-4520-45EA-8E3E-8A75A578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Conectividade e autenticação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7DC80-8A03-4A52-AD74-996FCCB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F23F0-E9E3-4EC1-BB0F-D59191D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B4B5A-9CB9-414F-B08B-07FD353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E368B-2A7B-406B-A72D-0724624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F21FB-D61C-400C-8E87-9AE18F7E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feb0490144dbf"/>
          <a:stretch xmlns:a="http://schemas.openxmlformats.org/drawingml/2006/main"/>
        </p:blipFill>
        <p:spPr>
          <a:xfrm xmlns:a="http://schemas.openxmlformats.org/drawingml/2006/main">
            <a:off x="1188130" y="1285875"/>
            <a:ext cx="7158265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A8C78-E1FB-4A42-AC69-0B0B5B95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CDA21-72D1-4AC8-AC25-5C381C2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F60AA-69FE-4DB6-9484-32EABD8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Conectividade e autenticação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FFEEA-6E1B-4B08-9C6D-F2E5A793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Credenciais, permissões, rotação e auditoria visíveis.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0CD98-48F7-4E7E-AE1E-3B6C9A1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880047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5E45B-849E-4235-B240-203DBC8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74219-897D-4365-97C7-8639692B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9E049-66E8-400E-B45B-3DFD8AF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 em tempo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FD1AD-F3A0-415E-8466-1F2A1FB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BC850-4EEB-44A0-93DB-34A4708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EA46C-090E-4F73-BED2-AE688106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75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9BDA3-C471-4450-87BD-6946336C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AFE3F-2C1C-49DC-A328-D7A006C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cfd3ed86c4bbf"/>
          <a:stretch xmlns:a="http://schemas.openxmlformats.org/drawingml/2006/main"/>
        </p:blipFill>
        <p:spPr>
          <a:xfrm xmlns:a="http://schemas.openxmlformats.org/drawingml/2006/main">
            <a:off x="1204120" y="1285875"/>
            <a:ext cx="7126285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01F0F-E849-49E8-8861-2BE49FE6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48D5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7788A-8337-4D81-801D-563FC4F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0FE9B-513B-452E-B2CD-930D9B3E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Webhooks em tempo real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BFE3E-B4F8-4844-A308-AD20505A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Receber, validar, enfileirar, persistir e inspecionar eventos.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4ED39-55C5-4E0A-B61D-3559772B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530458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7CC5C-54F0-4D71-A0BE-1A1E286E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9E1BA-8026-4D95-A1C2-EDD1AF4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3EBD-3CFC-4DDF-A1FD-47C2A471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Indexação e sincronização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64982-09F7-4653-81A1-73A21197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BD3DA-D562-45BF-99BE-AA718E27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CC690-758E-49C5-999A-373675FA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845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26887-895C-4DD2-A83B-A7C6B39C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9271-9F42-4389-BD69-1D6669AC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e848945ab45c7"/>
          <a:stretch xmlns:a="http://schemas.openxmlformats.org/drawingml/2006/main"/>
        </p:blipFill>
        <p:spPr>
          <a:xfrm xmlns:a="http://schemas.openxmlformats.org/drawingml/2006/main">
            <a:off x="1211896" y="1285875"/>
            <a:ext cx="7110733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FF1E2-1D17-4C02-A3C9-AF3FFC2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4562E-5DED-4537-9F19-FBC9D7B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D693B-5322-47FB-9807-494D524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Indexação e sincronização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307BC-7CA0-441E-AB79-C2195A0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Carga histórica, delta sync e vínculo de contribuidores.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687C1-99FD-409D-A568-E8162234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43590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5B346-815A-43A2-BCD1-0A516205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F362-61A7-4826-85CF-6A383FF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6708D-531B-4C8B-983A-2F71DF8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e diagnóstico de gargalos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7B0A6-6AE0-4769-A4ED-880F618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F5C2D-D523-4F27-838C-E09C0C6C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EE547-B315-4FF6-84FA-1200B38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63221-2062-442B-917A-57D7610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B72B6-1D3A-4285-A50F-27D6727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48ef2f073414c"/>
          <a:stretch xmlns:a="http://schemas.openxmlformats.org/drawingml/2006/main"/>
        </p:blipFill>
        <p:spPr>
          <a:xfrm xmlns:a="http://schemas.openxmlformats.org/drawingml/2006/main">
            <a:off x="1223729" y="1285875"/>
            <a:ext cx="7087066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AE48F-3BF9-4299-9A2C-2B4928E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E43D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A351B-5877-44D7-9B3E-2919586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2F443-33D5-49D6-97F8-EB90162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e diagnóstico de gargalos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016A3-A7A2-4BBE-8C2E-E110C7D3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Indicadores de fluxo para melhoria sistêmica, não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BB57A-8813-40F0-8197-D741069E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3D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43D4C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3143635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2F4C7-83AF-412B-94A3-B87B19F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0316A-B243-435E-B517-30B3ADCE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C51D1-94FE-4674-BE9E-1716942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Assistente de IA com supervisão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C5489-F73B-4C37-B878-A688786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02417-3BA7-4136-A301-EB897E9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BB277-9A0D-4970-9CB5-4B4B395C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86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25D85-F0BE-4E4E-BEF2-4CF7BBB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BC637-736C-44B5-8902-3A2E3180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4da4ecb0e4707"/>
          <a:stretch xmlns:a="http://schemas.openxmlformats.org/drawingml/2006/main"/>
        </p:blipFill>
        <p:spPr>
          <a:xfrm xmlns:a="http://schemas.openxmlformats.org/drawingml/2006/main">
            <a:off x="1207579" y="1285875"/>
            <a:ext cx="7119367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7C3F7-1D7E-45BC-90F1-5F7A9E0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E4187-3FD7-4BC6-BEE6-4840E4EE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A032-4E88-4553-B6B9-C7BEF5E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Assistente de IA com supervisão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18B1D-3016-4370-9E8C-090E0DA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Sugestões revisáveis, contexto verificável e trilha de auditoria.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A3D56-4593-4FF5-9C2B-09BF8B3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297668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DB56-FFCB-4380-BBB9-7E1F2290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B5081-2E41-4687-85DF-9E45E128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2E797-18F1-43CC-8193-97A7B33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DevOps, qualidade e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6DEF1-4550-4B0F-8BDD-9AEBBF95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3E6D0-7F11-4742-A011-6B08875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4A865-8121-451F-93E7-1270EC46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4E415-5317-483D-9518-046AC3C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C28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65CC4-3F2B-4E2F-96B4-9C102D6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096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PROTÓTIPO • NÃO É MVP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09f5dd2a34a22"/>
          <a:stretch xmlns:a="http://schemas.openxmlformats.org/drawingml/2006/main"/>
        </p:blipFill>
        <p:spPr>
          <a:xfrm xmlns:a="http://schemas.openxmlformats.org/drawingml/2006/main">
            <a:off x="1167909" y="1285875"/>
            <a:ext cx="7198707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179AC-59B8-4B98-9F80-A9BF18A2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4619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26D2A-08F6-4ED3-9573-858E93B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62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E3B3-1B40-4C9C-8D97-99C0F67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DevOps, qualidade e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8B0D0-5711-4230-AF91-5E099DD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61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CI/CD, testes, segurança, documentação e governança.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2F0E5-4D20-475E-BAF3-ABE9218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Tela conceitual do fluxo</a:t>
            </a:r>
          </a:p>
        </p:txBody>
      </p:sp>
    </p:spTree>
    <p:extLst>
      <p:ext uri="{BB962C8B-B14F-4D97-AF65-F5344CB8AC3E}">
        <p14:creationId xmlns:p14="http://schemas.microsoft.com/office/powerpoint/2010/main" val="1141967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D5D8B-9D05-4514-B782-FFE8FF0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B24ED-1B91-41A3-83B2-CEB85DF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D5FF"/>
                </a:solidFill>
                <a:latin typeface="Arial"/>
                <a:ea typeface="Arial"/>
                <a:cs typeface="Arial"/>
              </a:rPr>
              <a:t>ENCERRAMENTO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D51CA-0F19-4C87-9F69-F5E632C7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Estado atual e próximos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22D4E-F847-4502-834F-D4695CD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83C83-582C-43C4-B4F1-84D491C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2"/>
          </a:solidFill>
          <a:ln xmlns:a="http://schemas.openxmlformats.org/drawingml/2006/main" w="0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D2457-85B3-4C90-8020-04544310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solidFill>
              <a:srgbClr val="2F7DF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F2B8-B066-42F4-9518-62CCFF2B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E996D-D3C5-48C5-A00E-3809EC0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JÁ ESTRUTURADO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9FC0C-3B14-454D-89B6-F832D28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e perfis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Backlog e priorização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Cronograma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Scrum e Kanban</a:t>
            </a:r>
          </a:p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B933C-BC6C-4F7F-A86B-DBCA67BF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E151F"/>
          </a:solidFill>
          <a:ln xmlns:a="http://schemas.openxmlformats.org/drawingml/2006/main" w="9525">
            <a:solidFill>
              <a:srgbClr val="2F7D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2F26E-3AA6-48E0-908D-D9A98689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DF6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8C8B8-B383-406B-B283-51BD1A8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Implementar trilha end-to-end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Consolidar MVP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Integrar microsserviços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Ampliar testes e CI/CD</a:t>
            </a:r>
          </a:p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Preparar o primeiro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50864-CD52-4437-AAA5-3929FCD3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Planejamento validado. Implementação em andamento.</a:t>
            </a:r>
          </a:p>
        </p:txBody>
      </p:sp>
    </p:spTree>
    <p:extLst>
      <p:ext uri="{BB962C8B-B14F-4D97-AF65-F5344CB8AC3E}">
        <p14:creationId xmlns:p14="http://schemas.microsoft.com/office/powerpoint/2010/main" val="586373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2026-10-02T19:13:37.3980000Z</dcterms:created>
  <dcterms:modified xsi:type="dcterms:W3CDTF">2026-10-02T19:13:37.3980000Z</dcterms:modified>
</coreProperties>
</file>